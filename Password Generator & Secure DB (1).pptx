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0B958A-E04D-46C4-97D2-38BFFFC27766}">
  <a:tblStyle styleId="{AC0B958A-E04D-46C4-97D2-38BFFFC277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30541" y="1571625"/>
            <a:ext cx="7330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Генератор паролей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&amp; Secure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533775"/>
            <a:ext cx="7620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Разработка защищенного менеджера паролей с локальным хранилищем на языке Python. Учебная практика 2026.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449365" y="4783335"/>
            <a:ext cx="329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Автор: </a:t>
            </a:r>
            <a:r>
              <a:rPr lang="en-US" sz="165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Левицкий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Егор | Вариант №3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96927"/>
            <a:ext cx="5286375" cy="246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25" y="1023976"/>
            <a:ext cx="5286375" cy="30402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486143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Основная цель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5325405"/>
            <a:ext cx="45054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Закрепление навыков полного цикла разработки ПО: от проектирования архитектуры и выбора стека до тестирования и документирования финального продукта.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50" y="1719301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Ключевые задачи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50" y="2290801"/>
            <a:ext cx="4505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Реализация надежной генерации, проектирование БД SQLite, применение хэширования SHA-256 и экспорт данных в стандартизированные форматы.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37187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Цели и задачи практики</a:t>
            </a:r>
            <a:endParaRPr/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6275" y="1162050"/>
            <a:ext cx="589230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4312"/>
            <a:ext cx="3492549" cy="3404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884312"/>
            <a:ext cx="3492549" cy="3404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884312"/>
            <a:ext cx="3492549" cy="340414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3189237"/>
            <a:ext cx="108013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Secrets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903612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Криптографически стойкая генерация случайных чисел на основе энтропии ОС.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5074" y="3189237"/>
            <a:ext cx="11301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SQLite3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5074" y="3903612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Встроенная реляционная БД для локального хранения без лишних зависимостей.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3374" y="3189237"/>
            <a:ext cx="103012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Hashlib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3374" y="3903612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Реализация алгоритма хэширования SHA-256 для защиты мастер-пароля.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17687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217687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217687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Технологический стек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16"/>
          <p:cNvGraphicFramePr/>
          <p:nvPr/>
        </p:nvGraphicFramePr>
        <p:xfrm>
          <a:off x="571500" y="25375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{AC0B958A-E04D-46C4-97D2-38BFFFC27766}</a:tableStyleId>
              </a:tblPr>
              <a:tblGrid>
                <a:gridCol w="3155750"/>
                <a:gridCol w="3589000"/>
                <a:gridCol w="430425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Директория / Файл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Описание компонента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Назначение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src/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Исходный код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Основная логика приложения и БД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tests/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Тестовое покрытие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Unit-тесты для модуля генерации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data/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Хранилище данных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Файлы БД и выгрузки экспорта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requirements.txt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Зависимости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Фиксированные версии библиотек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p16"/>
          <p:cNvSpPr/>
          <p:nvPr/>
        </p:nvSpPr>
        <p:spPr>
          <a:xfrm>
            <a:off x="571500" y="3790057"/>
            <a:ext cx="31557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727251" y="3790057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7316241" y="3790057"/>
            <a:ext cx="43042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4399657"/>
            <a:ext cx="31557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727251" y="4399657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7316241" y="4399657"/>
            <a:ext cx="43042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5009257"/>
            <a:ext cx="31557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727251" y="5009257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316241" y="5009257"/>
            <a:ext cx="43042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1500" y="5618857"/>
            <a:ext cx="31557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727251" y="5618857"/>
            <a:ext cx="3588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316241" y="5618857"/>
            <a:ext cx="43042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Архитектура проекта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950862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Генерация паролей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3014811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 проекте используется модуль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secrets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вместо стандартного random. Это гарантирует устойчивость паролей к методам криптоанализа.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313932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Алгоритм позволяет гибко настраивать алфавит символов: заглавные буквы, цифры и специальные знаки пунктуации.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02475"/>
            <a:ext cx="5286375" cy="190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488" y="2051827"/>
            <a:ext cx="5286375" cy="255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962025" y="4965276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Концепция Zero-Knowledge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5536776"/>
            <a:ext cx="4505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Мастер-пароль не хранится в базе в открытом виде. Программа сохраняет только результат односторонней функции хэширования.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62013" y="2635564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Алгоритм SHA-256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62013" y="3115348"/>
            <a:ext cx="4505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Применяется стандарт SHA-256 (Secure Hash Algorithm 256 bit) для обеспечения целостности и невозможности восстановления пароля.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Безопасность: Мастер-пароль</a:t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7309" y="2567625"/>
            <a:ext cx="5695840" cy="20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047750" y="2332732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Таблица Master: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Хранит хэш для авторизации пользователя.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047750" y="315753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Таблица Entries: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Список сервисов, логинов и зашифрованных записей.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047750" y="3982342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Интеграция транзакций для предотвращения повреждения данных.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559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04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25205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Проектирование БД SQLite</a:t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5125" y="4569025"/>
            <a:ext cx="706755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6589"/>
            <a:ext cx="3492549" cy="3697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6589"/>
            <a:ext cx="3492549" cy="3697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6589"/>
            <a:ext cx="3492549" cy="369748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866775" y="3541514"/>
            <a:ext cx="191492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Сила пароля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66775" y="425588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Автоматическая оценка сложности по 4-балльной шкале (регистры, цифры, длина).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4645074" y="3541514"/>
            <a:ext cx="217261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Экспорт в CSV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645074" y="4255889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Поддержка формата KeePass для легкого переноса данных в профессиональные менеджеры.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423374" y="3541514"/>
            <a:ext cx="140501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CLI Меню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423374" y="4255889"/>
            <a:ext cx="290199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Интуитивно понятный текстовый интерфейс с защитой от неверного ввода.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6996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69964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69964"/>
            <a:ext cx="485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Функциональные расширения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428750" y="3364408"/>
            <a:ext cx="10191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PEP 8 Compliance: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Полное соответствие официальному руководству по написанию кода на Python.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428750" y="3895873"/>
            <a:ext cx="10191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Flake8 / Ruff: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Статический анализ кода показал 0 стилистических ошибок и предупреждений.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428750" y="4427339"/>
            <a:ext cx="10191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Docstrings: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Все функции снабжены документацией в формате Google Style для облегчения поддержки.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07271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93873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470201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Стандарты качества кода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71500" y="3147119"/>
            <a:ext cx="441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4671119"/>
            <a:ext cx="44196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Успешных тестов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991100" y="3260526"/>
            <a:ext cx="69608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Юнит-тестирование Pytest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4991100" y="3832026"/>
            <a:ext cx="66294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Набор тестов в tests/test_generator.py покрывает основные сценарии генерации паролей, включая проверку длины и оценку сложности. Система тестирования интегрирована в рабочий процесс для обеспечения стабильности кода.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Тестирование и надежность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4312"/>
            <a:ext cx="5381625" cy="3110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884312"/>
            <a:ext cx="5381625" cy="311080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866775" y="3189237"/>
            <a:ext cx="145549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Результат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66775" y="3903612"/>
            <a:ext cx="47910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Создано полностью рабочее приложение с локальной БД и высоким уровнем защиты.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534150" y="3189237"/>
            <a:ext cx="112795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Навыки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534150" y="3903612"/>
            <a:ext cx="47910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Освоена работа с SQLite, секретами Python и автоматизированным тестированием.</a:t>
            </a:r>
            <a:endParaRPr/>
          </a:p>
        </p:txBody>
      </p:sp>
      <p:pic>
        <p:nvPicPr>
          <p:cNvPr descr="image.png" id="224" name="Google Shape;22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217687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2217687"/>
            <a:ext cx="5334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Итоги учебной практики</a:t>
            </a:r>
            <a:endParaRPr/>
          </a:p>
        </p:txBody>
      </p:sp>
      <p:pic>
        <p:nvPicPr>
          <p:cNvPr id="227" name="Google Shape;22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5700" y="5898300"/>
            <a:ext cx="48006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